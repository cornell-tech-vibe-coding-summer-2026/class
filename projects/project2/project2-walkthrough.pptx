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d49f66d51d4de9" /><Relationship Type="http://schemas.openxmlformats.org/officeDocument/2006/relationships/extended-properties" Target="/docProps/app.xml" Id="Rebc14255ba3d45e5" /><Relationship Type="http://schemas.openxmlformats.org/officeDocument/2006/relationships/officeDocument" Target="/ppt/presentation.xml" Id="Rcb6587210d23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88660b817454a"/>
  </p:sldMasterIdLst>
  <p:notesMasterIdLst>
    <p:notesMasterId xmlns:r="http://schemas.openxmlformats.org/officeDocument/2006/relationships" r:id="R0a7a9a263ca84d60"/>
  </p:notesMasterIdLst>
  <p:sldIdLst>
    <p:sldId xmlns:r="http://schemas.openxmlformats.org/officeDocument/2006/relationships" id="256" r:id="R0196259c4a5345c0"/>
    <p:sldId xmlns:r="http://schemas.openxmlformats.org/officeDocument/2006/relationships" id="257" r:id="R72f58943ead84d25"/>
    <p:sldId xmlns:r="http://schemas.openxmlformats.org/officeDocument/2006/relationships" id="258" r:id="Rc05e100ce5974f04"/>
    <p:sldId xmlns:r="http://schemas.openxmlformats.org/officeDocument/2006/relationships" id="259" r:id="R0cc7a73478904d5c"/>
    <p:sldId xmlns:r="http://schemas.openxmlformats.org/officeDocument/2006/relationships" id="260" r:id="R622b784cd08342f5"/>
    <p:sldId xmlns:r="http://schemas.openxmlformats.org/officeDocument/2006/relationships" id="261" r:id="Rcbe3319235dc49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8c3af720c48b3" /><Relationship Type="http://schemas.openxmlformats.org/officeDocument/2006/relationships/slideMaster" Target="/ppt/slideMasters/slideMaster1.xml" Id="Ra1b88660b817454a" /><Relationship Type="http://schemas.openxmlformats.org/officeDocument/2006/relationships/notesMaster" Target="/ppt/notesMasters/notesMaster1.xml" Id="R0a7a9a263ca84d60" /><Relationship Type="http://schemas.openxmlformats.org/officeDocument/2006/relationships/presProps" Target="/ppt/presProps.xml" Id="R2a36c0e9c5f94a1f" /><Relationship Type="http://schemas.openxmlformats.org/officeDocument/2006/relationships/tableStyles" Target="/ppt/tableStyles.xml" Id="Rb7d8bfd6ac3a4523" /><Relationship Type="http://schemas.openxmlformats.org/officeDocument/2006/relationships/slide" Target="/ppt/slides/slide1.xml" Id="R0196259c4a5345c0" /><Relationship Type="http://schemas.openxmlformats.org/officeDocument/2006/relationships/slide" Target="/ppt/slides/slide2.xml" Id="R72f58943ead84d25" /><Relationship Type="http://schemas.openxmlformats.org/officeDocument/2006/relationships/slide" Target="/ppt/slides/slide3.xml" Id="Rc05e100ce5974f04" /><Relationship Type="http://schemas.openxmlformats.org/officeDocument/2006/relationships/slide" Target="/ppt/slides/slide4.xml" Id="R0cc7a73478904d5c" /><Relationship Type="http://schemas.openxmlformats.org/officeDocument/2006/relationships/slide" Target="/ppt/slides/slide5.xml" Id="R622b784cd08342f5" /><Relationship Type="http://schemas.openxmlformats.org/officeDocument/2006/relationships/slide" Target="/ppt/slides/slide6.xml" Id="Rcbe3319235dc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4527f22c27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3455bd97074d50" /><Relationship Type="http://schemas.openxmlformats.org/officeDocument/2006/relationships/notesMaster" Target="/ppt/notesMasters/notesMaster1.xml" Id="Rcee035fae6b948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391dd049b841de" /><Relationship Type="http://schemas.openxmlformats.org/officeDocument/2006/relationships/notesMaster" Target="/ppt/notesMasters/notesMaster1.xml" Id="R66cab1fb7ae34a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97966e42514701" /><Relationship Type="http://schemas.openxmlformats.org/officeDocument/2006/relationships/notesMaster" Target="/ppt/notesMasters/notesMaster1.xml" Id="R1bf3bd06d7cc40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d0cce793a04419" /><Relationship Type="http://schemas.openxmlformats.org/officeDocument/2006/relationships/notesMaster" Target="/ppt/notesMasters/notesMaster1.xml" Id="R10faad3b9b8a4d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d8c4a04b6d4c8b" /><Relationship Type="http://schemas.openxmlformats.org/officeDocument/2006/relationships/notesMaster" Target="/ppt/notesMasters/notesMaster1.xml" Id="R5ec26ae811464d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90b92b18614562" /><Relationship Type="http://schemas.openxmlformats.org/officeDocument/2006/relationships/notesMaster" Target="/ppt/notesMasters/notesMaster1.xml" Id="Rfce039d4b439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2e530fed7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e67a14cc74275" /><Relationship Type="http://schemas.openxmlformats.org/officeDocument/2006/relationships/slideLayout" Target="/ppt/slideLayouts/slideLayout1.xml" Id="R04f238e53dff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238e53dff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6bf556d6947be" /><Relationship Type="http://schemas.openxmlformats.org/officeDocument/2006/relationships/notesSlide" Target="/ppt/notesSlides/notesSlide1.xml" Id="R4a9aae469412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4f91f19254c27" /><Relationship Type="http://schemas.openxmlformats.org/officeDocument/2006/relationships/notesSlide" Target="/ppt/notesSlides/notesSlide2.xml" Id="R4e755a2f860245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39585ff8d49b9" /><Relationship Type="http://schemas.openxmlformats.org/officeDocument/2006/relationships/notesSlide" Target="/ppt/notesSlides/notesSlide3.xml" Id="R59989fbcab984d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94516a1ab4d8e" /><Relationship Type="http://schemas.openxmlformats.org/officeDocument/2006/relationships/notesSlide" Target="/ppt/notesSlides/notesSlide4.xml" Id="R4394e0bf616c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0c50a061f48ea" /><Relationship Type="http://schemas.openxmlformats.org/officeDocument/2006/relationships/notesSlide" Target="/ppt/notesSlides/notesSlide5.xml" Id="R00cc78eb6c8741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da8ee5a6446cc" /><Relationship Type="http://schemas.openxmlformats.org/officeDocument/2006/relationships/notesSlide" Target="/ppt/notesSlides/notesSlide6.xml" Id="R15fcbf36f05f4ed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9CADD14D-D865-4CD8-A79E-86C74E8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for a Human Value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9306B52-8B9B-4BC4-89E2-BAE5E09B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7239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person. One situation. One complete flow.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B50B641-6C94-49B1-B4AE-4EAFD39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TECHIE 1121 · PROJECT 2</a:t>
            </a:r>
          </a:p>
        </p:txBody>
      </p:sp>
    </p:spTree>
    <p:extLst>
      <p:ext uri="{BB962C8B-B14F-4D97-AF65-F5344CB8AC3E}">
        <p14:creationId xmlns:p14="http://schemas.microsoft.com/office/powerpoint/2010/main" val="15823380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582422-7194-4D72-8995-04460CE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FD4EE6-3457-4E42-958E-FB3C0A47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Your submission has three parts</a:t>
            </a:r>
          </a:p>
        </p:txBody>
      </p:sp>
      <p:sp>
        <p:nvSpPr>
          <p:cNvPr id="3" name="column-1">
            <a:extLst xmlns:a="http://schemas.openxmlformats.org/drawingml/2006/main">
              <a:ext uri="{FF2B5EF4-FFF2-40B4-BE49-F238E27FC236}">
                <a16:creationId xmlns:a16="http://schemas.microsoft.com/office/drawing/2014/main" id="{610C062E-62D2-4E89-9C0E-35EA721F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HOSTED APP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working flow in code_deliverable/. Put the public link in your report.</a:t>
            </a:r>
          </a:p>
        </p:txBody>
      </p:sp>
      <p:sp>
        <p:nvSpPr>
          <p:cNvPr id="4" name="column-2">
            <a:extLst xmlns:a="http://schemas.openxmlformats.org/drawingml/2006/main">
              <a:ext uri="{FF2B5EF4-FFF2-40B4-BE49-F238E27FC236}">
                <a16:creationId xmlns:a16="http://schemas.microsoft.com/office/drawing/2014/main" id="{CF04B336-950B-4347-9D50-1C330D27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LOG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real prompts, failures, rejections, and revisions in the required history log.</a:t>
            </a:r>
          </a:p>
        </p:txBody>
      </p:sp>
      <p:sp>
        <p:nvSpPr>
          <p:cNvPr id="5" name="column-3">
            <a:extLst xmlns:a="http://schemas.openxmlformats.org/drawingml/2006/main">
              <a:ext uri="{FF2B5EF4-FFF2-40B4-BE49-F238E27FC236}">
                <a16:creationId xmlns:a16="http://schemas.microsoft.com/office/drawing/2014/main" id="{1050FA48-476C-4A1E-B6B0-84D7A751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PROJECT REPORT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one report for framing, ideas, prompt, red-team, classmate test, screenshots, and reflection.</a:t>
            </a:r>
          </a:p>
        </p:txBody>
      </p:sp>
    </p:spTree>
    <p:extLst>
      <p:ext uri="{BB962C8B-B14F-4D97-AF65-F5344CB8AC3E}">
        <p14:creationId xmlns:p14="http://schemas.microsoft.com/office/powerpoint/2010/main" val="4829105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615D54-B3FB-4988-8F94-FB2BCEEB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957BF1-BF70-4F8A-8E0D-D12512A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a value, a person, and a decision</a:t>
            </a:r>
          </a:p>
        </p:txBody>
      </p:sp>
      <p:sp>
        <p:nvSpPr>
          <p:cNvPr id="3" name="point-1">
            <a:extLst xmlns:a="http://schemas.openxmlformats.org/drawingml/2006/main">
              <a:ext uri="{FF2B5EF4-FFF2-40B4-BE49-F238E27FC236}">
                <a16:creationId xmlns:a16="http://schemas.microsoft.com/office/drawing/2014/main" id="{4B232F72-CCD2-4F37-BC15-E5F36BF7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VALUE + USER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value are you supporting—and for whom?</a:t>
            </a:r>
          </a:p>
        </p:txBody>
      </p:sp>
      <p:sp>
        <p:nvSpPr>
          <p:cNvPr id="4" name="point-2">
            <a:extLst xmlns:a="http://schemas.openxmlformats.org/drawingml/2006/main">
              <a:ext uri="{FF2B5EF4-FFF2-40B4-BE49-F238E27FC236}">
                <a16:creationId xmlns:a16="http://schemas.microsoft.com/office/drawing/2014/main" id="{901652B4-5186-467D-ADE7-9060D4B6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SITUATION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problem or decision are they facing?</a:t>
            </a:r>
          </a:p>
        </p:txBody>
      </p:sp>
      <p:sp>
        <p:nvSpPr>
          <p:cNvPr id="5" name="point-3">
            <a:extLst xmlns:a="http://schemas.openxmlformats.org/drawingml/2006/main">
              <a:ext uri="{FF2B5EF4-FFF2-40B4-BE49-F238E27FC236}">
                <a16:creationId xmlns:a16="http://schemas.microsoft.com/office/drawing/2014/main" id="{D036F9DC-F5F5-477E-8B1A-BE1DB9B7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MAIN ACTION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will the app help them do from beginning to end?</a:t>
            </a:r>
          </a:p>
        </p:txBody>
      </p:sp>
      <p:sp>
        <p:nvSpPr>
          <p:cNvPr id="6" name="point-4">
            <a:extLst xmlns:a="http://schemas.openxmlformats.org/drawingml/2006/main">
              <a:ext uri="{FF2B5EF4-FFF2-40B4-BE49-F238E27FC236}">
                <a16:creationId xmlns:a16="http://schemas.microsoft.com/office/drawing/2014/main" id="{1E497FB4-F4BA-4B89-8537-02D8F93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+ TRADEOFF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will you know it works? What tension will you accept?</a:t>
            </a:r>
          </a:p>
        </p:txBody>
      </p:sp>
    </p:spTree>
    <p:extLst>
      <p:ext uri="{BB962C8B-B14F-4D97-AF65-F5344CB8AC3E}">
        <p14:creationId xmlns:p14="http://schemas.microsoft.com/office/powerpoint/2010/main" val="21240940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D496C3-0088-43AC-A2F6-941C4EC4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8513C9-BCE0-44CA-8F03-5590E23A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Explore before you ask AI to build</a:t>
            </a:r>
          </a:p>
        </p:txBody>
      </p:sp>
      <p:sp>
        <p:nvSpPr>
          <p:cNvPr id="3" name="left-column">
            <a:extLst xmlns:a="http://schemas.openxmlformats.org/drawingml/2006/main">
              <a:ext uri="{FF2B5EF4-FFF2-40B4-BE49-F238E27FC236}">
                <a16:creationId xmlns:a16="http://schemas.microsoft.com/office/drawing/2014/main" id="{93E6952A-67DC-43C2-AA2C-0A76C260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THREE IDEAS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each: How does it support the value? What could go wrong? Can you finish it by Monday? Record why your team chose one.</a:t>
            </a:r>
          </a:p>
        </p:txBody>
      </p:sp>
      <p:sp>
        <p:nvSpPr>
          <p:cNvPr id="4" name="right-column">
            <a:extLst xmlns:a="http://schemas.openxmlformats.org/drawingml/2006/main">
              <a:ext uri="{FF2B5EF4-FFF2-40B4-BE49-F238E27FC236}">
                <a16:creationId xmlns:a16="http://schemas.microsoft.com/office/drawing/2014/main" id="{1523249A-2DB1-4793-AFE8-7D8151A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900"/>
              </a:spcAft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WRITE THE FIRST PROMPT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the user, situation, value, main task, and one behavior to avoid. Paste the exact prompt into project-report.md.</a:t>
            </a:r>
          </a:p>
        </p:txBody>
      </p:sp>
    </p:spTree>
    <p:extLst>
      <p:ext uri="{BB962C8B-B14F-4D97-AF65-F5344CB8AC3E}">
        <p14:creationId xmlns:p14="http://schemas.microsoft.com/office/powerpoint/2010/main" val="1674602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982A6F-BAAC-46C3-8F00-A905B98D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Ship one complete flow, then challenge it</a:t>
            </a:r>
          </a:p>
        </p:txBody>
      </p:sp>
      <p:cxnSp>
        <p:nvCxnSpPr>
          <p:cNvPr id="16" name="timeline-rule"/>
          <p:cNvCxnSpPr/>
          <p:nvPr/>
        </p:nvCxnSpPr>
        <p:spPr>
          <a:xfrm xmlns:a="http://schemas.openxmlformats.org/drawingml/2006/main">
            <a:off x="337757" y="3373755"/>
            <a:ext cx="112929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E25CDC1-70EA-45D7-86F8-FF846F36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3711DF66-F51C-46BC-B949-1551FB23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</a:t>
            </a:r>
          </a:p>
        </p:txBody>
      </p:sp>
      <p:sp>
        <p:nvSpPr>
          <p:cNvPr id="5" name="stage-heading-1">
            <a:extLst xmlns:a="http://schemas.openxmlformats.org/drawingml/2006/main">
              <a:ext uri="{FF2B5EF4-FFF2-40B4-BE49-F238E27FC236}">
                <a16:creationId xmlns:a16="http://schemas.microsoft.com/office/drawing/2014/main" id="{ADBD7C9B-C415-4F0F-8FA7-1C2F1C12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22668"/>
            <a:ext cx="3156109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it usable</a:t>
            </a:r>
          </a:p>
        </p:txBody>
      </p:sp>
      <p:sp>
        <p:nvSpPr>
          <p:cNvPr id="6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016EE81E-2E92-45B8-AF25-6123AD4D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57675"/>
            <a:ext cx="3156109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one task. Check every button, claim, default, and public link.</a:t>
            </a:r>
          </a:p>
        </p:txBody>
      </p:sp>
      <p:sp>
        <p:nvSpPr>
          <p:cNvPr id="7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D5341F2E-3F12-4769-9CD8-68BF465A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48FADEEA-C67C-466F-B053-9CEE19B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RED-TEAM</a:t>
            </a:r>
          </a:p>
        </p:txBody>
      </p:sp>
      <p:sp>
        <p:nvSpPr>
          <p:cNvPr id="9" name="stage-heading-2">
            <a:extLst xmlns:a="http://schemas.openxmlformats.org/drawingml/2006/main">
              <a:ext uri="{FF2B5EF4-FFF2-40B4-BE49-F238E27FC236}">
                <a16:creationId xmlns:a16="http://schemas.microsoft.com/office/drawing/2014/main" id="{7F149EC5-B8CB-4DC6-9F58-603D9EB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822668"/>
            <a:ext cx="3156109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Find one harm</a:t>
            </a:r>
          </a:p>
        </p:txBody>
      </p:sp>
      <p:sp>
        <p:nvSpPr>
          <p:cNvPr id="10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4CD7E915-907E-41B4-A090-36A62971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4257675"/>
            <a:ext cx="3156109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a realistic way the app could pressure, mislead, exclude, or expose someone.</a:t>
            </a:r>
          </a:p>
        </p:txBody>
      </p:sp>
      <p:sp>
        <p:nvSpPr>
          <p:cNvPr id="11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1983EC7D-081A-4A62-A314-70C8EEFA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028FDCD7-D1E7-4FEB-88BB-71BD0542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CLASSMATE TEST</a:t>
            </a:r>
          </a:p>
        </p:txBody>
      </p:sp>
      <p:sp>
        <p:nvSpPr>
          <p:cNvPr id="13" name="stage-heading-3">
            <a:extLst xmlns:a="http://schemas.openxmlformats.org/drawingml/2006/main">
              <a:ext uri="{FF2B5EF4-FFF2-40B4-BE49-F238E27FC236}">
                <a16:creationId xmlns:a16="http://schemas.microsoft.com/office/drawing/2014/main" id="{9015AE37-2C7C-45C6-85F0-D1EF64AA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2668"/>
            <a:ext cx="3156109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Watch, then change</a:t>
            </a:r>
          </a:p>
        </p:txBody>
      </p:sp>
      <p:sp>
        <p:nvSpPr>
          <p:cNvPr id="14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57A9C20E-0A22-4A1C-AA59-7D8AC65B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3156109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Give 1–2 classmates a task. Stay quiet, observe confusion, and revise.</a:t>
            </a:r>
          </a:p>
        </p:txBody>
      </p:sp>
    </p:spTree>
    <p:extLst>
      <p:ext uri="{BB962C8B-B14F-4D97-AF65-F5344CB8AC3E}">
        <p14:creationId xmlns:p14="http://schemas.microsoft.com/office/powerpoint/2010/main" val="7541755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osing-headline">
            <a:extLst xmlns:a="http://schemas.openxmlformats.org/drawingml/2006/main">
              <a:ext uri="{FF2B5EF4-FFF2-40B4-BE49-F238E27FC236}">
                <a16:creationId xmlns:a16="http://schemas.microsoft.com/office/drawing/2014/main" id="{F8A5C057-8E6B-4641-B4D4-62C0C882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 you submit</a:t>
            </a:r>
          </a:p>
        </p:txBody>
      </p:sp>
      <p:sp>
        <p:nvSpPr>
          <p:cNvPr id="2" name="closing-actions">
            <a:extLst xmlns:a="http://schemas.openxmlformats.org/drawingml/2006/main">
              <a:ext uri="{FF2B5EF4-FFF2-40B4-BE49-F238E27FC236}">
                <a16:creationId xmlns:a16="http://schemas.microsoft.com/office/drawing/2014/main" id="{5CEE3640-59DF-4746-9251-8846DE9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66675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the public link in an incognito window.</a:t>
            </a:r>
          </a:p>
          <a:p xmlns:a="http://schemas.openxmlformats.org/drawingml/2006/main">
            <a:pPr algn="l"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Finish the human-written ethical reflection.</a:t>
            </a:r>
          </a:p>
          <a:p xmlns:a="http://schemas.openxmlformats.org/drawingml/2006/main">
            <a:pPr algn="l"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Commit and push the app, AI log, and report.</a:t>
            </a:r>
          </a:p>
        </p:txBody>
      </p:sp>
      <p:sp>
        <p:nvSpPr>
          <p:cNvPr id="3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8D21B7AF-161C-4C33-A9FB-35AD694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667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BEFORE MONDAY</a:t>
            </a:r>
          </a:p>
        </p:txBody>
      </p:sp>
    </p:spTree>
    <p:extLst>
      <p:ext uri="{BB962C8B-B14F-4D97-AF65-F5344CB8AC3E}">
        <p14:creationId xmlns:p14="http://schemas.microsoft.com/office/powerpoint/2010/main" val="156146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2026-07-22T21:29:57.4610000Z</dcterms:created>
  <dcterms:modified xsi:type="dcterms:W3CDTF">2026-07-22T21:29:57.4610000Z</dcterms:modified>
</coreProperties>
</file>